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5833"/>
  </p:normalViewPr>
  <p:slideViewPr>
    <p:cSldViewPr snapToGrid="0" snapToObjects="1">
      <p:cViewPr varScale="1">
        <p:scale>
          <a:sx n="112" d="100"/>
          <a:sy n="112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7EA9098-8C2D-F047-AE6E-57DF83DA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" y="130810"/>
            <a:ext cx="87122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4789170" y="4643097"/>
            <a:ext cx="4193895" cy="201897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Behaviour of waves at boundaries:</a:t>
            </a:r>
          </a:p>
          <a:p>
            <a:endParaRPr lang="en-GB" sz="11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Using a 30cm ruler to imitate a light wave, demonstrate to a friend why it refracts as it enters a tank of water.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do you think radiators are painted white in houses?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When observing the visible part of the spectrum from a star, black lines can appear in the spectrum where certain wavelengths of radiation are missing. Try to explain why they are missing.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Why do diamonds sparkle more than glass?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5362" y="4724768"/>
            <a:ext cx="4256373" cy="19373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Properties of waves:</a:t>
            </a:r>
          </a:p>
          <a:p>
            <a:endParaRPr lang="en-GB" sz="12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Investigate how a gamma wave is emitted from the nucleus of an atom.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Radiation dose can depend on a number of factors and can be measured in different ways. Research one method of measuring radiation dose.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When a radio wave is transmitted it is added to a carrier wave. Find out what a carrier wave is and why it is used.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789170" y="169806"/>
            <a:ext cx="4164402" cy="21276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Sound waves:</a:t>
            </a:r>
          </a:p>
          <a:p>
            <a:endParaRPr lang="en-GB" sz="11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causes a sonic boom when a very fast plane passes over-head?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What is a “silent” dog whistle and how does it work?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the frequency range of hearing between a bat, a whale and a human.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Explain how a microphone could be compared to a human ear in its operation.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to a peer how you could measure the speed of sound by measuring the echo produced when you shout near a cliff.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39C5F-5EDC-E340-B8CB-3BD6595FD26A}"/>
              </a:ext>
            </a:extLst>
          </p:cNvPr>
          <p:cNvSpPr txBox="1"/>
          <p:nvPr/>
        </p:nvSpPr>
        <p:spPr>
          <a:xfrm>
            <a:off x="3287816" y="2640250"/>
            <a:ext cx="2694872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EDEXCEL GCSE Waves</a:t>
            </a:r>
            <a:endParaRPr lang="en-GB" sz="28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ea typeface="Nanum Brush Script" charset="-127"/>
                <a:cs typeface="Nanum Brush Script" charset="-127"/>
              </a:rPr>
              <a:t> </a:t>
            </a:r>
            <a:endParaRPr lang="en-GB" sz="4400" dirty="0">
              <a:ea typeface="Nanum Brush Script" charset="-127"/>
              <a:cs typeface="Nanum Brush Script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917694-108D-CA42-9683-37AD63071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48" y="3542358"/>
            <a:ext cx="1944688" cy="4828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2FD4057-69C4-ED4E-9C54-480EA19DC3C0}"/>
              </a:ext>
            </a:extLst>
          </p:cNvPr>
          <p:cNvSpPr txBox="1"/>
          <p:nvPr/>
        </p:nvSpPr>
        <p:spPr>
          <a:xfrm>
            <a:off x="3636559" y="4039367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83CBC0-2244-9F40-AFE7-0D7010AEF301}"/>
              </a:ext>
            </a:extLst>
          </p:cNvPr>
          <p:cNvSpPr/>
          <p:nvPr/>
        </p:nvSpPr>
        <p:spPr>
          <a:xfrm>
            <a:off x="210718" y="191493"/>
            <a:ext cx="4109821" cy="21059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Wave basics: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sound travels at different speed through different materials.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and contrast the features of transverse and longitudinal waves.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John is reading his physics textbook. Explain how John can see the book.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The frequency of a wave is measured in Hertz. Describe how you can work out the frequency of a wave from other physical quantities.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Research what a seismometer is and describe how it works. </a:t>
            </a:r>
          </a:p>
          <a:p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816825" y="2501611"/>
            <a:ext cx="3136747" cy="181494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Waves for detection and exploration:</a:t>
            </a:r>
          </a:p>
          <a:p>
            <a:endParaRPr lang="en-GB" sz="12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Find out how explosions on the Earth’s surface are used to find oil bearing rocks.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Identify the similarities and differences in ultrasound scanning and X rays.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Research the three types of seismic wave produced by an earthquake and identify what makes them different.</a:t>
            </a:r>
          </a:p>
          <a:p>
            <a:endParaRPr lang="en-GB" dirty="0">
              <a:ea typeface="Chalkduster" charset="0"/>
              <a:cs typeface="Chalkduster" charset="0"/>
            </a:endParaRPr>
          </a:p>
          <a:p>
            <a:endParaRPr lang="en-GB" dirty="0">
              <a:ea typeface="Chalkduster" charset="0"/>
              <a:cs typeface="Chalkduster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CBA8A9-9C17-9C48-97FE-8598D4F6D421}"/>
              </a:ext>
            </a:extLst>
          </p:cNvPr>
          <p:cNvSpPr/>
          <p:nvPr/>
        </p:nvSpPr>
        <p:spPr>
          <a:xfrm>
            <a:off x="210718" y="2501611"/>
            <a:ext cx="3136747" cy="181494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Water waves:</a:t>
            </a:r>
          </a:p>
          <a:p>
            <a:endParaRPr lang="en-GB" sz="1200" b="1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Water waves are diffracted when they pass an edge or through a gap. Explain why waves are diffracted and under what conditions you would see the larges diffraction.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200" dirty="0">
                <a:ea typeface="Chalkduster" charset="0"/>
                <a:cs typeface="Chalkduster" charset="0"/>
              </a:rPr>
              <a:t>Explain why we can’t see this diffraction very easily with light waves.</a:t>
            </a:r>
          </a:p>
          <a:p>
            <a:endParaRPr lang="en-GB" dirty="0">
              <a:ea typeface="Chalkduster" charset="0"/>
              <a:cs typeface="Chalkduster" charset="0"/>
            </a:endParaRPr>
          </a:p>
          <a:p>
            <a:endParaRPr lang="en-GB" dirty="0"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1505</TotalTime>
  <Words>430</Words>
  <Application>Microsoft Macintosh PowerPoint</Application>
  <PresentationFormat>On-screen Show (4:3)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Davies</dc:creator>
  <cp:lastModifiedBy>Amanda Fleck</cp:lastModifiedBy>
  <cp:revision>44</cp:revision>
  <cp:lastPrinted>2017-08-15T12:16:09Z</cp:lastPrinted>
  <dcterms:created xsi:type="dcterms:W3CDTF">2017-07-23T09:49:53Z</dcterms:created>
  <dcterms:modified xsi:type="dcterms:W3CDTF">2018-08-20T15:03:25Z</dcterms:modified>
</cp:coreProperties>
</file>