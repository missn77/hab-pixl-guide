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ki Pugh" initials="VP" lastIdx="3" clrIdx="0">
    <p:extLst>
      <p:ext uri="{19B8F6BF-5375-455C-9EA6-DF929625EA0E}">
        <p15:presenceInfo xmlns:p15="http://schemas.microsoft.com/office/powerpoint/2012/main" userId="fb86ba5f6b8255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3"/>
    <p:restoredTop sz="95679"/>
  </p:normalViewPr>
  <p:slideViewPr>
    <p:cSldViewPr snapToGrid="0" snapToObjects="1">
      <p:cViewPr varScale="1">
        <p:scale>
          <a:sx n="107" d="100"/>
          <a:sy n="107" d="100"/>
        </p:scale>
        <p:origin x="19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3482D1-4ED3-634F-9C5C-EB072C460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90500"/>
            <a:ext cx="8636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6135504" y="152724"/>
            <a:ext cx="2794678" cy="20189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Hazards of radioactive materials (physics only):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Investigate the reasons why early researchers in radiation suffered from exposure to ionising radiations.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Try to find out what a film badge dosimeter is and who uses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Research why Welsh sheep farmers were not allowed to sell their animals for meat 20 years after the Chernobyl nuclear disaster in the Ukraine.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dirty="0"/>
          </a:p>
        </p:txBody>
      </p:sp>
      <p:sp>
        <p:nvSpPr>
          <p:cNvPr id="42" name="Rounded Rectangle 41"/>
          <p:cNvSpPr/>
          <p:nvPr/>
        </p:nvSpPr>
        <p:spPr>
          <a:xfrm>
            <a:off x="145556" y="148460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Structure of an atom: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A proton and a neutron both have a relative atomic mass of 1. What is the relative mass of an electron?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Describe to a peer the difference between an atom, an ion and an isotope of lithium.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Produce a diagram to show how atoms can absorb electromagnetic radiation and re-emit this as a photon of light.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Try to find out if there is a relationship between the atomic number and atomic mass of atoms.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36335" y="2234554"/>
            <a:ext cx="2886402" cy="22820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Uses of nuclear radiation: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Investigate how radioactive sources are used to control the thickness of paper as it is being manufactured. Which type of radiation would be used for this purpose?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Many foodstuffs are sealed and then irradiated to kill any micro-organisms. Why  are these foods not contaminated with radioactivity?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With a peer, put arguments for and against the building of new nuclear power plants in the UK.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35504" y="4678908"/>
            <a:ext cx="2875672" cy="20030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Nuclear fission and fusion (physics only):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Nuclear scientists say that spontaneous fission is rare. Discuss what is meant by this statement.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Discuss how a nuclear meltdown event could occur in a nuclear power station.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Nuclear fusion in stars can produce more massive atoms than helium. Investigate how helium can produce larger elements in stars.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dirty="0"/>
          </a:p>
        </p:txBody>
      </p:sp>
      <p:sp>
        <p:nvSpPr>
          <p:cNvPr id="45" name="Rounded Rectangle 44"/>
          <p:cNvSpPr/>
          <p:nvPr/>
        </p:nvSpPr>
        <p:spPr>
          <a:xfrm>
            <a:off x="177640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Atoms and nuclear radiations: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The SI unit of radiation activity is the becquerel (</a:t>
            </a:r>
            <a:r>
              <a:rPr lang="en-GB" sz="1000" dirty="0" err="1"/>
              <a:t>Bq</a:t>
            </a:r>
            <a:r>
              <a:rPr lang="en-GB" sz="1000" dirty="0"/>
              <a:t>). This replaced an older unit of activity. Find out who this older unit was named after.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The becquerel is a measure of the rate of radioactive decay. Why does this have to be measured using a specific mass of the radioactive material?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Why are alpha particles more ionising than beta particles?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93290" y="4678907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Nuclear equations: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Why is an alpha particle described as a helium nucleus and not a helium atom?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Carbon-14 has 6 protons. When it decays it forms nitrogen with an atomic mass of 7. What type of radioactive decay has it undergone?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Uranium-236 has an atomic number of 92. It decays through the sequence - </a:t>
            </a:r>
            <a:r>
              <a:rPr lang="el-GR" sz="1000" dirty="0"/>
              <a:t>α</a:t>
            </a:r>
            <a:r>
              <a:rPr lang="en-GB" sz="1000" dirty="0"/>
              <a:t> </a:t>
            </a:r>
            <a:r>
              <a:rPr lang="el-GR" sz="1000" dirty="0"/>
              <a:t>β</a:t>
            </a:r>
            <a:r>
              <a:rPr lang="en-GB" sz="1000" dirty="0"/>
              <a:t> </a:t>
            </a:r>
            <a:r>
              <a:rPr lang="el-GR" sz="1000" dirty="0"/>
              <a:t>α</a:t>
            </a:r>
            <a:r>
              <a:rPr lang="en-GB" sz="1000" dirty="0"/>
              <a:t>. What will the atomic mass of the end product be?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4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Development of the model of the atom: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Two scientists involved in the development of the modern atom were James Chadwick and John </a:t>
            </a:r>
            <a:r>
              <a:rPr lang="en-GB" sz="1000" dirty="0" err="1"/>
              <a:t>Cockroft</a:t>
            </a:r>
            <a:r>
              <a:rPr lang="en-GB" sz="1000" dirty="0"/>
              <a:t>. Find out the contribution to nuclear physics these two scientists made.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The name ‘atom’ is Greek meaning ‘indivisible’. Why is this phrase not correct?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Investigate why gold leaf was used by Rutherford when he carried out his experiments to determine the structure of an atom.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64558" y="152725"/>
            <a:ext cx="2893218" cy="2166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/>
              <a:t>Half life and radioactive decay: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If you are measuring the count rate of an isotope, you will also be counting the background radiation. How would a scientist deal with this to find the true count rate of the isotope?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If a sample of radioactive material has gone through 7 half lives, what fraction of the original activity will remain?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 Investigate how Carbon-14 decay is used to determine the authenticity of wooden carvings claimed to be thousands of years old.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2568E8-5B4E-F942-BDB4-E3164158D18E}"/>
              </a:ext>
            </a:extLst>
          </p:cNvPr>
          <p:cNvSpPr txBox="1"/>
          <p:nvPr/>
        </p:nvSpPr>
        <p:spPr>
          <a:xfrm>
            <a:off x="3257943" y="2580874"/>
            <a:ext cx="2694872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EDEXCEL GCSE Radioactivity</a:t>
            </a:r>
            <a:endParaRPr lang="en-GB" sz="28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ea typeface="Nanum Brush Script" charset="-127"/>
                <a:cs typeface="Nanum Brush Script" charset="-127"/>
              </a:rPr>
              <a:t> </a:t>
            </a:r>
            <a:endParaRPr lang="en-GB" sz="4400" dirty="0">
              <a:ea typeface="Nanum Brush Script" charset="-127"/>
              <a:cs typeface="Nanum Brush Script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90B1E7-7C6D-CC49-BBBF-665325547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475" y="3482982"/>
            <a:ext cx="1944688" cy="4828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E827BD-5D7E-0447-93F2-06FA5E7843C2}"/>
              </a:ext>
            </a:extLst>
          </p:cNvPr>
          <p:cNvSpPr txBox="1"/>
          <p:nvPr/>
        </p:nvSpPr>
        <p:spPr>
          <a:xfrm>
            <a:off x="3606686" y="3979991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1071</TotalTime>
  <Words>610</Words>
  <Application>Microsoft Macintosh PowerPoint</Application>
  <PresentationFormat>On-screen Show (4:3)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Nanum Brush Script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Davies</dc:creator>
  <cp:lastModifiedBy>Amanda Fleck</cp:lastModifiedBy>
  <cp:revision>40</cp:revision>
  <cp:lastPrinted>2017-07-02T10:37:01Z</cp:lastPrinted>
  <dcterms:created xsi:type="dcterms:W3CDTF">2017-06-16T15:08:11Z</dcterms:created>
  <dcterms:modified xsi:type="dcterms:W3CDTF">2018-08-14T13:56:49Z</dcterms:modified>
</cp:coreProperties>
</file>