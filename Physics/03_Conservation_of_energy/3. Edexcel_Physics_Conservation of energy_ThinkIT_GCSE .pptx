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23"/>
    <p:restoredTop sz="95122"/>
  </p:normalViewPr>
  <p:slideViewPr>
    <p:cSldViewPr snapToGrid="0" snapToObjects="1">
      <p:cViewPr>
        <p:scale>
          <a:sx n="100" d="100"/>
          <a:sy n="100" d="100"/>
        </p:scale>
        <p:origin x="-71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0B4FC-DE72-B04E-881B-39948BCD13FE}" type="datetimeFigureOut">
              <a:rPr lang="en-GB" smtClean="0"/>
              <a:t>20/08/2018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D04F4-2695-714D-9F3D-51394D3EE3A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138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156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011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20/08/2018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Rounded Rectangle 7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20/08/2018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Rounded Rectangle 6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08B80-D4A0-3548-B9B8-BE81C52EC421}" type="datetimeFigureOut">
              <a:rPr lang="en-GB" smtClean="0"/>
              <a:t>20/08/2018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9DC77-15E7-A540-8773-3C582D5B9B4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571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6BAF6F5-4411-1643-BD4B-6362A9305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76200"/>
            <a:ext cx="88011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42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ounded Rectangle 41"/>
          <p:cNvSpPr/>
          <p:nvPr/>
        </p:nvSpPr>
        <p:spPr>
          <a:xfrm>
            <a:off x="220200" y="148459"/>
            <a:ext cx="2880000" cy="246411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/>
              <a:t>Energy stores and systems: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100" dirty="0"/>
              <a:t>Both a rocket rising in the air and a train travelling down a track have kinetic energy. Explain the differences between the energy changes involved with these two processes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100" dirty="0"/>
              <a:t>Design an energy store change diagram, including pathways, for a coal fired power station.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100" dirty="0"/>
              <a:t>Describe to a peer how to construct a Sankey diagram to show the energy store changes for arrange of household appliances. 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94682" y="5132542"/>
            <a:ext cx="8720718" cy="149163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/>
              <a:t>Energy resources:</a:t>
            </a:r>
          </a:p>
          <a:p>
            <a:endParaRPr lang="en-GB" sz="11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100" dirty="0"/>
              <a:t>Discuss why politicians sometimes block environmental concerns regarding electricity production which scientists have identified.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100" dirty="0"/>
              <a:t>By 2050 the UK is unlikely to be producing any electricity using fossil fuels. Give an argument to support the use of nuclear fuel over renewable energies to replace fossil fuels.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100" dirty="0"/>
              <a:t>Many people have company cars and they are encouraged to use hybrid or electric cars. Evaluate  the use of hybrid and electric cars in terms of using natural resources. 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98725" y="210401"/>
            <a:ext cx="2833775" cy="24021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/>
              <a:t>Changes in energy: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100" dirty="0"/>
              <a:t>Compare the change in kinetic energy change of a 60 kg surfer if her velocity doubles from 3 m/s to 6 m/s. Can you derive a relationship for velocity doubling?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100" dirty="0"/>
              <a:t>Explain how to re-arrange the formula for kinetic energy so the velocity of a moving object can be found.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100" dirty="0"/>
              <a:t>When a rock falls off a cliff the final energy store is thermal. Explain why this store is often described as being “wasted”.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GB" sz="1100" dirty="0"/>
          </a:p>
        </p:txBody>
      </p:sp>
      <p:sp>
        <p:nvSpPr>
          <p:cNvPr id="49" name="TextBox 48"/>
          <p:cNvSpPr txBox="1"/>
          <p:nvPr/>
        </p:nvSpPr>
        <p:spPr>
          <a:xfrm>
            <a:off x="3510720" y="4495579"/>
            <a:ext cx="2180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© Copyright The PiXL Club Ltd, 2017</a:t>
            </a:r>
            <a:endParaRPr 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245AC0-2411-8A47-A5C5-02EDED4B7294}"/>
              </a:ext>
            </a:extLst>
          </p:cNvPr>
          <p:cNvSpPr txBox="1"/>
          <p:nvPr/>
        </p:nvSpPr>
        <p:spPr>
          <a:xfrm>
            <a:off x="3440963" y="2709613"/>
            <a:ext cx="2319780" cy="18158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ea typeface="Nanum Brush Script" charset="-127"/>
                <a:cs typeface="Nanum Brush Script" charset="-127"/>
              </a:rPr>
              <a:t>EDEXCEL GCSE Conservation of energy</a:t>
            </a:r>
            <a:endParaRPr lang="en-GB" sz="2800" dirty="0">
              <a:ea typeface="Nanum Brush Script" charset="-127"/>
              <a:cs typeface="Nanum Brush Script" charset="-127"/>
            </a:endParaRPr>
          </a:p>
          <a:p>
            <a:pPr algn="ctr"/>
            <a:r>
              <a:rPr lang="en-GB" sz="2800" dirty="0">
                <a:ea typeface="Nanum Brush Script" charset="-127"/>
                <a:cs typeface="Nanum Brush Script" charset="-127"/>
              </a:rPr>
              <a:t> </a:t>
            </a:r>
            <a:endParaRPr lang="en-GB" sz="4400" dirty="0">
              <a:ea typeface="Nanum Brush Script" charset="-127"/>
              <a:cs typeface="Nanum Brush Script" charset="-12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311BE3-F27B-D645-8346-5D76C76C8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8509" y="4017687"/>
            <a:ext cx="1944688" cy="482887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194682" y="2748881"/>
            <a:ext cx="3124251" cy="227797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/>
              <a:t>Efficiency: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100" dirty="0"/>
              <a:t>Discuss the statement: ”LED lights are much more efficient energy transferrers than normal lightbulbs.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100" dirty="0"/>
              <a:t>Even in a “closed energy system” explain why you cannot achieve 100% efficiency of an energy store transfer.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100" dirty="0"/>
              <a:t>Describe one way to increase the efficiency of an energy transfer of your choice.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100" dirty="0"/>
              <a:t>One wind turbine has an efficiency of 0.83 and another an efficiency of 72%. Explain which is the most efficient.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4441E53-1BAA-A845-A6B2-FD67B18A0D66}"/>
              </a:ext>
            </a:extLst>
          </p:cNvPr>
          <p:cNvSpPr/>
          <p:nvPr/>
        </p:nvSpPr>
        <p:spPr>
          <a:xfrm>
            <a:off x="6131025" y="210401"/>
            <a:ext cx="2784375" cy="246411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/>
              <a:t>Energy stores and systems: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100" dirty="0"/>
              <a:t>Both a rocket rising in the air and a train travelling down a track have kinetic energy. Explain the differences between the energy changes involved with these two processes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100" dirty="0"/>
              <a:t>Design an energy store change diagram, including pathways, for a coal fired power station.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100" dirty="0"/>
              <a:t>Describe to a peer how to construct a Sankey diagram to show the energy store changes for arrange of household appliances. 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4B679DE-5531-134B-A2DF-599B49F0ADBF}"/>
              </a:ext>
            </a:extLst>
          </p:cNvPr>
          <p:cNvSpPr/>
          <p:nvPr/>
        </p:nvSpPr>
        <p:spPr>
          <a:xfrm>
            <a:off x="5791149" y="2748881"/>
            <a:ext cx="3124251" cy="227797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/>
              <a:t>Conservation of energy: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100" dirty="0"/>
              <a:t>Fridge manufacturers advise that fridge freezers should not be placed next to a cooker in a kitchen. Why do you think this is? Explain your answer.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100" dirty="0"/>
              <a:t>Research the first and second laws of thermodynamics and write a summary of what they are. Give everyday examples for each.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100" dirty="0"/>
              <a:t>A new type of energy efficient hairdryer has been developed. It makes virtually no sound. Explain how this makes it more efficient.</a:t>
            </a:r>
          </a:p>
        </p:txBody>
      </p:sp>
    </p:spTree>
    <p:extLst>
      <p:ext uri="{BB962C8B-B14F-4D97-AF65-F5344CB8AC3E}">
        <p14:creationId xmlns:p14="http://schemas.microsoft.com/office/powerpoint/2010/main" val="1231778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THINKIT" id="{999C12DA-BDAB-614A-AF3B-CC505B52B3A9}" vid="{2545354F-674C-8E45-97A2-0D9EB86DC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THINKIT</Template>
  <TotalTime>311</TotalTime>
  <Words>491</Words>
  <Application>Microsoft Macintosh PowerPoint</Application>
  <PresentationFormat>On-screen Show (4:3)</PresentationFormat>
  <Paragraphs>31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Nanum Brush Script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Derek Davies</dc:creator>
  <cp:lastModifiedBy>Amanda Fleck</cp:lastModifiedBy>
  <cp:revision>19</cp:revision>
  <cp:lastPrinted>2017-02-15T18:44:41Z</cp:lastPrinted>
  <dcterms:created xsi:type="dcterms:W3CDTF">2017-06-16T15:08:11Z</dcterms:created>
  <dcterms:modified xsi:type="dcterms:W3CDTF">2018-08-20T14:33:59Z</dcterms:modified>
</cp:coreProperties>
</file>