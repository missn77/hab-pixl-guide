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5833"/>
  </p:normalViewPr>
  <p:slideViewPr>
    <p:cSldViewPr snapToGrid="0" snapToObjects="1">
      <p:cViewPr varScale="1">
        <p:scale>
          <a:sx n="112" d="100"/>
          <a:sy n="112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A44E2C-EF62-B543-80B1-FA3F4C7B8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90500"/>
            <a:ext cx="8636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Fusion in stars: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is the formula that links mass loss and energy which produces the energy released from stars?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Discuss with a partner why scientists say we are all made from stardust.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The triple alpha process produces carbon in stars. Try to find how this fusion reaction works.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Why do scientists find it difficult to recreate fusion in </a:t>
            </a:r>
            <a:r>
              <a:rPr lang="en-GB" sz="1000">
                <a:ea typeface="Chalkduster" charset="0"/>
                <a:cs typeface="Chalkduster" charset="0"/>
              </a:rPr>
              <a:t>the laboratory?</a:t>
            </a:r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45556" y="136760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Our Solar System: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How far has the furthest space probe travelled in our solar system?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Distances in the solar system are often measured in astronomical units. Investigate the size of this unit.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Research the dates and techniques used to discover the planets.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Why was Pluto downgraded from a planet to a minor planet?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1041" y="2242535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Red shift: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Look up how you can calculate the distance to  a distant galaxy using the Hubble constant.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is the difference between an absorption spectrum and an emission spectrum from a star?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Research the distance and speed for a number of galaxies, then plot the results. What sort of relationship do you find?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Explain to a friend why we do not observe blue shift of galaxies.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Big bang theory: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Investigate the stages of the first minute of the Universe following the big bang.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An alternative theory to the Big Bang is the Steady State Universe. Try to find out the difference between these two theories.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Scientists now favour the </a:t>
            </a:r>
            <a:r>
              <a:rPr lang="en-GB" sz="1000">
                <a:ea typeface="Chalkduster" charset="0"/>
                <a:cs typeface="Chalkduster" charset="0"/>
              </a:rPr>
              <a:t>Big Bang </a:t>
            </a:r>
            <a:r>
              <a:rPr lang="en-GB" sz="1000" dirty="0">
                <a:ea typeface="Chalkduster" charset="0"/>
                <a:cs typeface="Chalkduster" charset="0"/>
              </a:rPr>
              <a:t>theory after discovering the Cosmic Microwave Background (CMB). Why does this discovery support the Big Bang theory?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Our Universe: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How long after the Universe formed did the solar system come into existence?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Why do you think we can not see to the end of the Universe? Hint: we only see things that give off light.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Try to write your address ending in the Universe. There should be at least four stages after the solar system!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Explore the meaning of the term “spacetime”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Mysteries of the Universe: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shape do scientists think the Universe is?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evidence is there that dark matter and dark energy actually exist?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Conflicting theories of the Universe say it will expand forever or gravity will pull it back to its origin. What are the names of these theories?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Scientists talk about multiverses. What do you think this term means?</a:t>
            </a: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Orbits: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Try to find out the meaning of the term “escape velocity” as applied to launching satellites.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Compare the difference in motion of a near Earth satellite and a more distant Earth satellite.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Most orbits are elliptical. Kepler’s law of planetary motion describes the link between a planets distance and speed. Draw an annotated diagram to show this relationship.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What is unique about a geostationary orbit?</a:t>
            </a:r>
          </a:p>
          <a:p>
            <a:endParaRPr lang="en-GB" sz="1000" dirty="0"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000" b="1" dirty="0">
                <a:ea typeface="Chalkduster" charset="0"/>
                <a:cs typeface="Chalkduster" charset="0"/>
              </a:rPr>
              <a:t>Life cycle of a star: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Some descriptions of the life cycle of stars include a phase called “planetary nebula”. Where does this fit in the life cycle process?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The end of the life cycle for a supergiant star can be a neutron star or a black hole: what is the difference?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00" dirty="0">
                <a:ea typeface="Chalkduster" charset="0"/>
                <a:cs typeface="Chalkduster" charset="0"/>
              </a:rPr>
              <a:t> The different stages of stars in their life cycle can be seen on a </a:t>
            </a:r>
            <a:r>
              <a:rPr lang="en-GB" sz="1000" dirty="0" err="1">
                <a:ea typeface="Chalkduster" charset="0"/>
                <a:cs typeface="Chalkduster" charset="0"/>
              </a:rPr>
              <a:t>Hertzsprung</a:t>
            </a:r>
            <a:r>
              <a:rPr lang="en-GB" sz="1000" dirty="0">
                <a:ea typeface="Chalkduster" charset="0"/>
                <a:cs typeface="Chalkduster" charset="0"/>
              </a:rPr>
              <a:t>-Russell diagram. Draw a graph to show where these different stages are found on this diagram.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BDC2A-B823-0347-92AC-5476BB52C0B4}"/>
              </a:ext>
            </a:extLst>
          </p:cNvPr>
          <p:cNvSpPr txBox="1"/>
          <p:nvPr/>
        </p:nvSpPr>
        <p:spPr>
          <a:xfrm>
            <a:off x="3287816" y="2640250"/>
            <a:ext cx="2694872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 Astronomy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endParaRPr lang="en-GB" sz="4400" dirty="0">
              <a:ea typeface="Nanum Brush Script" charset="-127"/>
              <a:cs typeface="Nanum Brush Script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18C1F-BB99-AE4A-9A7C-5B3B7F5C0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48" y="3542358"/>
            <a:ext cx="1944688" cy="482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0D1885-61DE-D74C-B93D-1502E1074ADC}"/>
              </a:ext>
            </a:extLst>
          </p:cNvPr>
          <p:cNvSpPr txBox="1"/>
          <p:nvPr/>
        </p:nvSpPr>
        <p:spPr>
          <a:xfrm>
            <a:off x="3636559" y="4039367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532</TotalTime>
  <Words>590</Words>
  <Application>Microsoft Macintosh PowerPoint</Application>
  <PresentationFormat>On-screen Show (4:3)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Davies</dc:creator>
  <cp:lastModifiedBy>Amanda Fleck</cp:lastModifiedBy>
  <cp:revision>38</cp:revision>
  <cp:lastPrinted>2017-02-15T18:44:41Z</cp:lastPrinted>
  <dcterms:created xsi:type="dcterms:W3CDTF">2017-07-23T09:49:53Z</dcterms:created>
  <dcterms:modified xsi:type="dcterms:W3CDTF">2018-08-14T14:01:09Z</dcterms:modified>
</cp:coreProperties>
</file>