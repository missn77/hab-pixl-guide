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833"/>
  </p:normalViewPr>
  <p:slideViewPr>
    <p:cSldViewPr snapToGrid="0" snapToObjects="1">
      <p:cViewPr varScale="1">
        <p:scale>
          <a:sx n="78" d="100"/>
          <a:sy n="78" d="100"/>
        </p:scale>
        <p:origin x="90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7" y="185647"/>
            <a:ext cx="8839966" cy="64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40955" y="2576388"/>
            <a:ext cx="26948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Edexcel GCSE </a:t>
            </a:r>
            <a:r>
              <a:rPr lang="en-GB" sz="20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Fuels and Earth Science</a:t>
            </a:r>
            <a:endParaRPr lang="en-GB" sz="2000" dirty="0" smtClean="0">
              <a:latin typeface="Nanum Brush Script" charset="-127"/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 smtClean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36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b="1" dirty="0" err="1" smtClean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20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! </a:t>
            </a:r>
            <a:endParaRPr lang="en-GB" sz="4400" b="1" dirty="0">
              <a:latin typeface="Nanum Brush Script" charset="-127"/>
              <a:ea typeface="Nanum Brush Script" charset="-127"/>
              <a:cs typeface="Nanum Brush Script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How carbon dioxide decreased: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alibri" pitchFamily="34"/>
              </a:rPr>
              <a:t>Write the balanced symbol equation to show why the amount of carbon dioxide in the atmosphere has decreased.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Carbon dioxide is naturally captured from the atmosphere through biological, chemical, and physical processes. Explain these </a:t>
            </a:r>
            <a:r>
              <a:rPr lang="en-GB" sz="1200" kern="0" dirty="0" smtClean="0">
                <a:solidFill>
                  <a:srgbClr val="000000"/>
                </a:solidFill>
                <a:ea typeface="Chalkduster"/>
                <a:cs typeface="Chalkduster"/>
              </a:rPr>
              <a:t>processes.</a:t>
            </a:r>
            <a:endParaRPr lang="en-GB" sz="12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Crude oil, hydrocarbons and alkanes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Describe how crude oil was formed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Crude oil is a mixture explain the similarities and differences between the chemicals in this mixture.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Crude oil is a finite resource wind power is a renewable resource, explain how crude oil is different to wind power?</a:t>
            </a:r>
          </a:p>
          <a:p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234553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How oxygen increased: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alibri" pitchFamily="34"/>
              </a:rPr>
              <a:t>Write the balanced symbol equation to show why the amount of oxygen in the atmosphere has increased.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alibri" pitchFamily="34"/>
              </a:rPr>
              <a:t>Explain why the amount of oxygen has increased in the atmosphere and the effects this has had on living things.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alibri" pitchFamily="34"/>
              </a:rPr>
              <a:t>Discuss why the levels of oxygen in the atmosphere are currently relatively stable. 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Greenhouse gases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  <a:endParaRPr lang="en-GB" sz="12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dirty="0">
                <a:solidFill>
                  <a:srgbClr val="000000"/>
                </a:solidFill>
                <a:ea typeface="Chalkduster"/>
                <a:cs typeface="Chalkduster"/>
              </a:rPr>
              <a:t>Explain the benefits to Earth of the different greenhouse gases.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Explain why there is a greenhouse effect on Earth.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Increased greenhouse gas levels in the atmosphere can lead to the acidification of the seas and oceans. Explain why this occurs and the implications of this on biodiversity. </a:t>
            </a:r>
            <a:endParaRPr lang="en-GB" sz="12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Cracking: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Why is cracking useful?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why alkenes are more reactive than alkanes.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Describe the uses of alkenes and explain why they can be used in this way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Modern life would be very different if we did not use hydrocarbons. Use examples to explain this statement.</a:t>
            </a:r>
          </a:p>
          <a:p>
            <a:pPr marL="171450" indent="-171450">
              <a:buFont typeface="Arial" charset="0"/>
              <a:buChar char="•"/>
            </a:pPr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kern="0" dirty="0" smtClean="0">
                <a:solidFill>
                  <a:srgbClr val="000000"/>
                </a:solidFill>
                <a:ea typeface="Chalkduster"/>
                <a:cs typeface="Chalkduster"/>
              </a:rPr>
              <a:t>Pollutants:</a:t>
            </a:r>
            <a:endParaRPr lang="en-GB" sz="12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Explain with a balanced symbol equation why burning coal may release </a:t>
            </a:r>
            <a:r>
              <a:rPr lang="en-GB" sz="1200" kern="0" dirty="0" err="1">
                <a:solidFill>
                  <a:srgbClr val="000000"/>
                </a:solidFill>
                <a:ea typeface="Chalkduster"/>
                <a:cs typeface="Chalkduster"/>
              </a:rPr>
              <a:t>sulfur</a:t>
            </a: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 dioxide (SO</a:t>
            </a:r>
            <a:r>
              <a:rPr lang="en-GB" sz="1200" kern="0" baseline="-25000" dirty="0">
                <a:solidFill>
                  <a:srgbClr val="000000"/>
                </a:solidFill>
                <a:ea typeface="Chalkduster"/>
                <a:cs typeface="Chalkduster"/>
              </a:rPr>
              <a:t>2</a:t>
            </a: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).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Explain the implications for humans and other animals of the increases of </a:t>
            </a:r>
            <a:r>
              <a:rPr lang="en-GB" sz="1200" kern="0" dirty="0" err="1">
                <a:solidFill>
                  <a:srgbClr val="000000"/>
                </a:solidFill>
                <a:ea typeface="Chalkduster"/>
                <a:cs typeface="Chalkduster"/>
              </a:rPr>
              <a:t>sulfur</a:t>
            </a: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 dioxide, oxides of nitrogen and particulates in the atmosphere</a:t>
            </a:r>
            <a:r>
              <a:rPr lang="en-GB" sz="1200" kern="0" dirty="0" smtClean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 smtClean="0">
                <a:solidFill>
                  <a:srgbClr val="000000"/>
                </a:solidFill>
                <a:ea typeface="Chalkduster"/>
                <a:cs typeface="Chalkduster"/>
              </a:rPr>
              <a:t>Explain some problems associated with acid rain.</a:t>
            </a:r>
            <a:endParaRPr lang="en-GB" sz="12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Fractional distillation, properties of hydrocarbons and petrochemicals: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alibri" pitchFamily="34"/>
              </a:rPr>
              <a:t>Explain why crude oil separates into fractions during fractional distillation in terms of evaporation and condensation?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alibri" pitchFamily="34"/>
              </a:rPr>
              <a:t>Crude oil can be used to make fuels or petrochemicals evaluate the use of crude oil for each of these.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alibri" pitchFamily="34"/>
              </a:rPr>
              <a:t>Explain how and why boiling point, visibility and flammability change with changing hydrocarbon size.</a:t>
            </a:r>
            <a:endParaRPr lang="en-GB" sz="1100" dirty="0">
              <a:solidFill>
                <a:srgbClr val="000000"/>
              </a:solidFill>
              <a:ea typeface="Chalkduster"/>
              <a:cs typeface="Calibri" pitchFamily="3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The proportion of gases in the atmosphere and the early atmosphere: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</a:rPr>
              <a:t>The Earth’s atmosphere is dynamic. Explain what this statement means. 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Describe and explain the similarities and differences between the Earth’s early atmosphere and the current atmosphere. 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01683" y="4295282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17</TotalTime>
  <Words>433</Words>
  <Application>Microsoft Office PowerPoint</Application>
  <PresentationFormat>On-screen Show (4:3)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Chalkduster</vt:lpstr>
      <vt:lpstr>Nanum Brush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Collins</dc:creator>
  <cp:lastModifiedBy>Karen Collins</cp:lastModifiedBy>
  <cp:revision>8</cp:revision>
  <cp:lastPrinted>2017-02-15T18:44:41Z</cp:lastPrinted>
  <dcterms:created xsi:type="dcterms:W3CDTF">2018-03-12T08:36:50Z</dcterms:created>
  <dcterms:modified xsi:type="dcterms:W3CDTF">2018-03-12T08:54:42Z</dcterms:modified>
</cp:coreProperties>
</file>