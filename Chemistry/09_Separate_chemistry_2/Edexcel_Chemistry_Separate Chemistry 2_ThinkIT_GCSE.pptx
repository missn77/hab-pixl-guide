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7" autoAdjust="0"/>
    <p:restoredTop sz="95833"/>
  </p:normalViewPr>
  <p:slideViewPr>
    <p:cSldViewPr snapToGrid="0" snapToObjects="1">
      <p:cViewPr varScale="1">
        <p:scale>
          <a:sx n="74" d="100"/>
          <a:sy n="74" d="100"/>
        </p:scale>
        <p:origin x="72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0B4FC-DE72-B04E-881B-39948BCD13FE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FD04F4-2695-714D-9F3D-51394D3EE3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387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562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D04F4-2695-714D-9F3D-51394D3EE3A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119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ounded Rectangle 7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ounded Rectangle 6"/>
          <p:cNvSpPr/>
          <p:nvPr userDrawn="1"/>
        </p:nvSpPr>
        <p:spPr>
          <a:xfrm>
            <a:off x="84224" y="84221"/>
            <a:ext cx="8975555" cy="6649817"/>
          </a:xfrm>
          <a:prstGeom prst="roundRect">
            <a:avLst>
              <a:gd name="adj" fmla="val 2765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8B80-D4A0-3548-B9B8-BE81C52EC421}" type="datetimeFigureOut">
              <a:rPr lang="en-GB" smtClean="0"/>
              <a:t>12/03/2018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9DC77-15E7-A540-8773-3C582D5B9B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712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20" y="152116"/>
            <a:ext cx="8852159" cy="65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40955" y="2576388"/>
            <a:ext cx="269487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Edexcel GCSE </a:t>
            </a:r>
            <a:r>
              <a:rPr lang="en-GB" sz="20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Separate Chemistry 2</a:t>
            </a:r>
            <a:endParaRPr lang="en-GB" sz="2000" dirty="0" smtClean="0">
              <a:latin typeface="Nanum Brush Script" charset="-127"/>
              <a:ea typeface="Nanum Brush Script" charset="-127"/>
              <a:cs typeface="Nanum Brush Script" charset="-127"/>
            </a:endParaRPr>
          </a:p>
          <a:p>
            <a:pPr algn="ctr"/>
            <a:r>
              <a:rPr lang="en-GB" sz="2800" dirty="0" smtClean="0">
                <a:latin typeface="Nanum Brush Script" charset="-127"/>
                <a:ea typeface="Nanum Brush Script" charset="-127"/>
                <a:cs typeface="Nanum Brush Script" charset="-127"/>
              </a:rPr>
              <a:t> </a:t>
            </a:r>
            <a:r>
              <a:rPr lang="en-GB" sz="54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T</a:t>
            </a:r>
            <a:r>
              <a:rPr lang="en-GB" sz="3200" b="1" dirty="0" err="1" smtClean="0">
                <a:latin typeface="Nanum Brush Script" charset="-127"/>
                <a:ea typeface="Nanum Brush Script" charset="-127"/>
                <a:cs typeface="Nanum Brush Script" charset="-127"/>
              </a:rPr>
              <a:t>hink</a:t>
            </a:r>
            <a:r>
              <a:rPr lang="en-GB" sz="3600" b="1" dirty="0" err="1" smtClean="0">
                <a:solidFill>
                  <a:schemeClr val="accent2">
                    <a:lumMod val="75000"/>
                  </a:schemeClr>
                </a:solidFill>
                <a:latin typeface="Nanum Brush Script" charset="-127"/>
                <a:ea typeface="Nanum Brush Script" charset="-127"/>
                <a:cs typeface="Nanum Brush Script" charset="-127"/>
              </a:rPr>
              <a:t>IT</a:t>
            </a:r>
            <a:r>
              <a:rPr lang="en-GB" sz="3200" b="1" dirty="0" smtClean="0">
                <a:latin typeface="Nanum Brush Script" charset="-127"/>
                <a:ea typeface="Nanum Brush Script" charset="-127"/>
                <a:cs typeface="Nanum Brush Script" charset="-127"/>
              </a:rPr>
              <a:t>! </a:t>
            </a:r>
            <a:endParaRPr lang="en-GB" sz="4400" b="1" dirty="0">
              <a:latin typeface="Nanum Brush Script" charset="-127"/>
              <a:ea typeface="Nanum Brush Script" charset="-127"/>
              <a:cs typeface="Nanum Brush Script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21041" y="152724"/>
            <a:ext cx="2875672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Addition 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polymerisation:</a:t>
            </a: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Describe what happens during the polymerisation of </a:t>
            </a:r>
            <a:r>
              <a:rPr lang="en-GB" sz="1100" dirty="0" err="1">
                <a:solidFill>
                  <a:srgbClr val="000000"/>
                </a:solidFill>
                <a:ea typeface="Chalkduster"/>
                <a:cs typeface="Chalkduster"/>
              </a:rPr>
              <a:t>ethene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In this polymer, </a:t>
            </a:r>
            <a:r>
              <a:rPr lang="en-GB" sz="1100" dirty="0" err="1">
                <a:solidFill>
                  <a:srgbClr val="000000"/>
                </a:solidFill>
                <a:ea typeface="Chalkduster"/>
                <a:cs typeface="Chalkduster"/>
              </a:rPr>
              <a:t>ethene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is described as the repeating unit.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xplain using a diagram what this means.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No atoms are lost from the monomers in addition polymerisation. 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xplain why this is the case.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Draw diagrams to show how the monomer </a:t>
            </a:r>
            <a:r>
              <a:rPr lang="en-GB" sz="1100" kern="0" dirty="0" err="1">
                <a:solidFill>
                  <a:srgbClr val="000000"/>
                </a:solidFill>
                <a:ea typeface="Chalkduster"/>
                <a:cs typeface="Chalkduster"/>
              </a:rPr>
              <a:t>chloroethene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 </a:t>
            </a:r>
            <a:r>
              <a:rPr lang="en-GB" sz="1100" kern="0" dirty="0" smtClean="0">
                <a:solidFill>
                  <a:srgbClr val="000000"/>
                </a:solidFill>
                <a:ea typeface="Chalkduster"/>
                <a:cs typeface="Chalkduster"/>
              </a:rPr>
              <a:t>polymerises.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53222" y="152725"/>
            <a:ext cx="2926990" cy="2018976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Alcohols:</a:t>
            </a: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Give the general formula of an alcohol?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Describe, using balanced symbol equations the difference between the reactions of ethanol and water with sodium.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Describe and explain the conditions required to convert glucose to ethanol by fermentation.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What are the uses of the first four alcohols?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121041" y="2234553"/>
            <a:ext cx="2886402" cy="237092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Non-metal </a:t>
            </a:r>
            <a:r>
              <a:rPr lang="en-GB" sz="1200" b="1" kern="0" dirty="0" smtClean="0">
                <a:solidFill>
                  <a:srgbClr val="000000"/>
                </a:solidFill>
                <a:ea typeface="Chalkduster"/>
                <a:cs typeface="Chalkduster"/>
              </a:rPr>
              <a:t>ions:</a:t>
            </a: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A student adds silver nitrate solution to a sample of impure water a white precipitate is formed. When barium chloride is added another white precipitate is also formed. What ions are present in the water?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What are the balanced symbol equations for the above reactions.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A scientist believes that a sample of pure water is contaminated by sodium carbonate. Describe the two tests they can carry out to prove this.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121041" y="4684293"/>
            <a:ext cx="2875672" cy="201378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Flame 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tests:</a:t>
            </a:r>
            <a:endParaRPr lang="en-GB" sz="14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Describe how you would perform a flame test.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Give the flame test colours of three group 1 metals.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why you might not get an orange-red flame when carrying out a flame test even though calcium ions are present.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>
              <a:ea typeface="Chalkduster" charset="0"/>
              <a:cs typeface="Chalkduster" charset="0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145556" y="4684294"/>
            <a:ext cx="2934656" cy="200967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Condensation </a:t>
            </a:r>
            <a:r>
              <a:rPr lang="en-GB" sz="1200" b="1" dirty="0" smtClean="0">
                <a:solidFill>
                  <a:srgbClr val="000000"/>
                </a:solidFill>
                <a:ea typeface="Chalkduster"/>
                <a:cs typeface="Chalkduster"/>
              </a:rPr>
              <a:t>polymerisation:</a:t>
            </a: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Glycerine H</a:t>
            </a:r>
            <a:r>
              <a:rPr lang="en-GB" sz="1100" kern="0" baseline="-25000" dirty="0">
                <a:solidFill>
                  <a:srgbClr val="000000"/>
                </a:solidFill>
                <a:ea typeface="Chalkduster"/>
                <a:cs typeface="Chalkduster"/>
              </a:rPr>
              <a:t>2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NCH</a:t>
            </a:r>
            <a:r>
              <a:rPr lang="en-GB" sz="1100" kern="0" baseline="-25000" dirty="0">
                <a:solidFill>
                  <a:srgbClr val="000000"/>
                </a:solidFill>
                <a:ea typeface="Chalkduster"/>
                <a:cs typeface="Chalkduster"/>
              </a:rPr>
              <a:t>2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COOH polymerises by condensation polymerisation to form a polypeptide. Using the formula above, explain why this is an example of condensation polymerisation to make a polypeptide.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how addition and condensation polymerisation differ?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3193290" y="4605476"/>
            <a:ext cx="2861220" cy="20818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kern="0" dirty="0">
                <a:solidFill>
                  <a:srgbClr val="000000"/>
                </a:solidFill>
                <a:ea typeface="Chalkduster"/>
                <a:cs typeface="Chalkduster"/>
              </a:rPr>
              <a:t>Instrumental </a:t>
            </a:r>
            <a:r>
              <a:rPr lang="en-GB" sz="1200" b="1" kern="0" dirty="0" smtClean="0">
                <a:solidFill>
                  <a:srgbClr val="000000"/>
                </a:solidFill>
                <a:ea typeface="Chalkduster"/>
                <a:cs typeface="Chalkduster"/>
              </a:rPr>
              <a:t>methods:</a:t>
            </a:r>
            <a:endParaRPr lang="en-GB" sz="1200" b="1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A student decides to use instrumental methods to determine which ions are present in a chemical sample. Why might this be an advantage in comparison to chemical methods?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Describe in detail how a scientist would </a:t>
            </a:r>
            <a:r>
              <a:rPr lang="en-GB" sz="1100" kern="0" dirty="0" smtClean="0">
                <a:solidFill>
                  <a:srgbClr val="000000"/>
                </a:solidFill>
                <a:ea typeface="Chalkduster"/>
                <a:cs typeface="Chalkduster"/>
              </a:rPr>
              <a:t>evaluate data from a flame photometer to determine the concentration of ions in dilute solution and to identify metal ions.</a:t>
            </a:r>
            <a:endParaRPr lang="en-GB" sz="110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endParaRPr lang="en-GB" sz="1200" dirty="0">
              <a:ea typeface="Chalkduster" charset="0"/>
              <a:cs typeface="Chalkduster" charset="0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153222" y="2234553"/>
            <a:ext cx="2921202" cy="237092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/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Alkanes and alkenes:</a:t>
            </a:r>
          </a:p>
          <a:p>
            <a:pPr marL="171450" lvl="0" indent="-171450">
              <a:buSzPct val="100000"/>
              <a:buFont typeface="Arial" pitchFamily="34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Name and draw the first four members of the alkanes. 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Explain how alkanes and alkenes differ.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Describe, using structural formula, how bromine water can be used to test for an alkene. Give the colour change you would expect to see in the reaction.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Name and draw the structural formula of the alkene with five carbon atoms.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This alkene can have different structural formula explain why. </a:t>
            </a:r>
          </a:p>
          <a:p>
            <a:pPr lvl="0"/>
            <a:endParaRPr lang="en-GB" sz="1100" dirty="0">
              <a:solidFill>
                <a:prstClr val="black"/>
              </a:solidFill>
              <a:ea typeface="Chalkduster" charset="0"/>
              <a:cs typeface="Chalkduster" charset="0"/>
            </a:endParaRPr>
          </a:p>
          <a:p>
            <a:pPr lvl="0"/>
            <a:endParaRPr lang="en-GB" sz="1200" dirty="0">
              <a:solidFill>
                <a:prstClr val="black"/>
              </a:solidFill>
              <a:ea typeface="Chalkduster" charset="0"/>
              <a:cs typeface="Chalkduster" charset="0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161206" y="152724"/>
            <a:ext cx="2893304" cy="20818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00" b="1" dirty="0">
                <a:solidFill>
                  <a:srgbClr val="000000"/>
                </a:solidFill>
                <a:ea typeface="Chalkduster"/>
                <a:cs typeface="Chalkduster"/>
              </a:rPr>
              <a:t>Carboxylic acids (Chemistry only):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Draw the structural formula for ethanoic acid and explain what happens when it is added to sodium carbonate.</a:t>
            </a:r>
            <a:endParaRPr lang="en-GB" sz="1100" kern="0" dirty="0">
              <a:solidFill>
                <a:srgbClr val="000000"/>
              </a:solidFill>
              <a:ea typeface="Chalkduster"/>
              <a:cs typeface="Chalkduster"/>
            </a:endParaRP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(HT only) Explain why ethanoic acid is described as a weak acid.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Describe the differences between propanol and </a:t>
            </a:r>
            <a:r>
              <a:rPr lang="en-GB" sz="1100" kern="0" dirty="0" err="1">
                <a:solidFill>
                  <a:srgbClr val="000000"/>
                </a:solidFill>
                <a:ea typeface="Chalkduster"/>
                <a:cs typeface="Chalkduster"/>
              </a:rPr>
              <a:t>propanoic</a:t>
            </a:r>
            <a:r>
              <a:rPr lang="en-GB" sz="1100" kern="0" dirty="0">
                <a:solidFill>
                  <a:srgbClr val="000000"/>
                </a:solidFill>
                <a:ea typeface="Chalkduster"/>
                <a:cs typeface="Chalkduster"/>
              </a:rPr>
              <a:t> acid</a:t>
            </a:r>
          </a:p>
          <a:p>
            <a:pPr marL="171450" lvl="0" indent="-171450">
              <a:buSzPct val="100000"/>
              <a:buFont typeface="Arial"/>
              <a:buChar char="•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Name the  chemical formed if propanol is reacted with </a:t>
            </a:r>
            <a:r>
              <a:rPr lang="en-GB" sz="1100" dirty="0" err="1">
                <a:solidFill>
                  <a:srgbClr val="000000"/>
                </a:solidFill>
                <a:ea typeface="Chalkduster"/>
                <a:cs typeface="Chalkduster"/>
              </a:rPr>
              <a:t>propanoic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ea typeface="Chalkduster"/>
                <a:cs typeface="Chalkduster"/>
              </a:rPr>
              <a:t>acid</a:t>
            </a:r>
            <a:r>
              <a:rPr lang="en-GB" sz="1100" dirty="0">
                <a:solidFill>
                  <a:srgbClr val="000000"/>
                </a:solidFill>
                <a:ea typeface="Chalkduster"/>
                <a:cs typeface="Chalkduster"/>
              </a:rPr>
              <a:t>.</a:t>
            </a: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  <a:p>
            <a:pPr marL="171450" indent="-171450">
              <a:buFont typeface="Arial" charset="0"/>
              <a:buChar char="•"/>
            </a:pPr>
            <a:endParaRPr lang="en-GB" sz="1100" dirty="0" smtClean="0">
              <a:ea typeface="Chalkduster" charset="0"/>
              <a:cs typeface="Chalkduster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01683" y="4238381"/>
            <a:ext cx="218026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© Copyright The PiXL Club Ltd, </a:t>
            </a:r>
            <a:r>
              <a:rPr lang="en-GB" sz="1000" dirty="0" smtClean="0"/>
              <a:t>2017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31778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THINKIT" id="{999C12DA-BDAB-614A-AF3B-CC505B52B3A9}" vid="{2545354F-674C-8E45-97A2-0D9EB86DC1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THINKIT</Template>
  <TotalTime>19</TotalTime>
  <Words>493</Words>
  <Application>Microsoft Office PowerPoint</Application>
  <PresentationFormat>On-screen Show (4:3)</PresentationFormat>
  <Paragraphs>43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Chalkduster</vt:lpstr>
      <vt:lpstr>Nanum Brush Script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Karen Collins</dc:creator>
  <cp:lastModifiedBy>Karen Collins</cp:lastModifiedBy>
  <cp:revision>11</cp:revision>
  <cp:lastPrinted>2017-02-15T18:44:41Z</cp:lastPrinted>
  <dcterms:created xsi:type="dcterms:W3CDTF">2018-03-12T11:34:14Z</dcterms:created>
  <dcterms:modified xsi:type="dcterms:W3CDTF">2018-03-12T11:53:48Z</dcterms:modified>
</cp:coreProperties>
</file>