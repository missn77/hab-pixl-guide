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7" autoAdjust="0"/>
    <p:restoredTop sz="95833"/>
  </p:normalViewPr>
  <p:slideViewPr>
    <p:cSldViewPr snapToGrid="0" snapToObjects="1">
      <p:cViewPr varScale="1">
        <p:scale>
          <a:sx n="74" d="100"/>
          <a:sy n="74" d="100"/>
        </p:scale>
        <p:origin x="7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84224" y="6480122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09" y="200888"/>
            <a:ext cx="8638781" cy="645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40955" y="2576388"/>
            <a:ext cx="2694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Edexcel GCSE </a:t>
            </a:r>
            <a:r>
              <a:rPr lang="en-GB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Key Concepts in Chemistry</a:t>
            </a:r>
            <a:endParaRPr lang="en-GB" dirty="0" smtClean="0">
              <a:latin typeface="Nanum Brush Script" charset="-127"/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 smtClean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44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sz="2400" b="1" dirty="0" err="1" smtClean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28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sz="24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!</a:t>
            </a:r>
            <a:r>
              <a:rPr lang="en-GB" sz="4400" dirty="0" smtClean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endParaRPr lang="en-GB" sz="4400" dirty="0">
              <a:latin typeface="Nanum Brush Script" charset="-127"/>
              <a:ea typeface="Nanum Brush Script" charset="-127"/>
              <a:cs typeface="Nanum Brush Script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32002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The periodic table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  <a:endParaRPr lang="en-GB" sz="8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How would you explain the structure of the modern periodic table to John Newlands</a:t>
            </a:r>
            <a:r>
              <a:rPr lang="en-GB" sz="1050" kern="0" dirty="0" smtClean="0">
                <a:solidFill>
                  <a:srgbClr val="000000"/>
                </a:solidFill>
              </a:rPr>
              <a:t>?</a:t>
            </a:r>
            <a:endParaRPr lang="en-GB" sz="105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dirty="0">
                <a:solidFill>
                  <a:srgbClr val="000000"/>
                </a:solidFill>
                <a:ea typeface="Chalkduster"/>
                <a:cs typeface="Chalkduster"/>
              </a:rPr>
              <a:t>Explain </a:t>
            </a:r>
            <a:r>
              <a:rPr lang="en-GB" sz="1050" kern="0" dirty="0">
                <a:solidFill>
                  <a:srgbClr val="000000"/>
                </a:solidFill>
                <a:ea typeface="Chalkduster"/>
                <a:cs typeface="Chalkduster"/>
              </a:rPr>
              <a:t>how Dmitri Mendeleev used atomic weights to construct his periodic table and explain why scientists came to believe Mendeleev's periodic </a:t>
            </a:r>
            <a:r>
              <a:rPr lang="en-GB" sz="1050" kern="0" dirty="0" smtClean="0">
                <a:solidFill>
                  <a:srgbClr val="000000"/>
                </a:solidFill>
                <a:ea typeface="Chalkduster"/>
                <a:cs typeface="Chalkduster"/>
              </a:rPr>
              <a:t>table.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Explain how the position of an element in the periodic table is related to the arrangement of electrons in its atoms</a:t>
            </a:r>
            <a:r>
              <a:rPr lang="en-GB" sz="1050" kern="0" dirty="0" smtClean="0">
                <a:solidFill>
                  <a:srgbClr val="000000"/>
                </a:solidFill>
              </a:rPr>
              <a:t>.</a:t>
            </a:r>
            <a:endParaRPr lang="en-GB" sz="1050" kern="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Describe how to calculate an element’s electronic structure.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5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The development of the atomic model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  <a:endParaRPr lang="en-GB" sz="1050" kern="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Explain how the discovery of the electron led to Thomson’s plum pudding model</a:t>
            </a:r>
            <a:r>
              <a:rPr lang="en-GB" sz="1100" kern="0" dirty="0" smtClean="0">
                <a:solidFill>
                  <a:srgbClr val="000000"/>
                </a:solidFill>
              </a:rPr>
              <a:t>.</a:t>
            </a:r>
            <a:endParaRPr lang="en-GB" sz="1100" kern="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Describe Geiger and Marsden’s scattering experiment and explain how the results disputed the plum pudding model</a:t>
            </a:r>
            <a:r>
              <a:rPr lang="en-GB" sz="1100" kern="0" dirty="0" smtClean="0">
                <a:solidFill>
                  <a:srgbClr val="000000"/>
                </a:solidFill>
              </a:rPr>
              <a:t>.</a:t>
            </a:r>
            <a:endParaRPr lang="en-GB" sz="1100" kern="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Explain Niels Bohr’s version of the atom</a:t>
            </a:r>
            <a:r>
              <a:rPr lang="en-GB" sz="1200" kern="0" dirty="0">
                <a:solidFill>
                  <a:srgbClr val="000000"/>
                </a:solidFill>
              </a:rPr>
              <a:t>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576388"/>
            <a:ext cx="2886402" cy="20290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Properties of Ionic compounds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  <a:endParaRPr lang="en-GB" sz="8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 err="1">
                <a:solidFill>
                  <a:srgbClr val="000000"/>
                </a:solidFill>
                <a:ea typeface="Chalkduster"/>
                <a:cs typeface="Chalkduster"/>
              </a:rPr>
              <a:t>NaCl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 has a very high melting point, but can be easily crushed. Use your knowledge of bonding to explain this.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why ionic compounds conduct electricity only when molten or dissolved in water.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Suggest how electrolysis can be used to separate lead selenide (</a:t>
            </a:r>
            <a:r>
              <a:rPr lang="en-GB" sz="1100" kern="0" dirty="0" err="1">
                <a:solidFill>
                  <a:srgbClr val="000000"/>
                </a:solidFill>
                <a:ea typeface="Chalkduster"/>
                <a:cs typeface="Chalkduster"/>
              </a:rPr>
              <a:t>PbSe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).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Structure and</a:t>
            </a:r>
            <a:r>
              <a:rPr lang="en-GB" sz="1200" b="1" kern="0" dirty="0">
                <a:solidFill>
                  <a:srgbClr val="000000"/>
                </a:solidFill>
                <a:ea typeface="Chalkduster"/>
                <a:cs typeface="Chalkduster"/>
              </a:rPr>
              <a:t> </a:t>
            </a: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bonding of carbon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  <a:endParaRPr lang="en-GB" sz="8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the properties of diamond in terms of its structure and bonding.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how graphite can be used to reduce the friction between two substances.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Diamond coating would make smartphones and tablets far stronger but would remove their touch-screen capability. Use your knowledge of bonding to explain why.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Ionic Bonding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  <a:endParaRPr lang="en-GB" sz="8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Explain, using a diagram, how and why the atoms of Group 1 and Group 7 elements react with each other, in terms of their electronic structure.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Explain, using their position in the periodic table, what the charges on metallic and non-metallic ions relates to.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how the ions ar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 held together in solid magnesium oxide (</a:t>
            </a:r>
            <a:r>
              <a:rPr lang="en-GB" sz="1100" kern="0" dirty="0" err="1">
                <a:solidFill>
                  <a:srgbClr val="000000"/>
                </a:solidFill>
                <a:ea typeface="Chalkduster"/>
                <a:cs typeface="Chalkduster"/>
              </a:rPr>
              <a:t>MgO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).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Ionic Compounds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  <a:endParaRPr lang="en-GB" sz="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Describe in terms of electrons what happens when magnesium reacts with fluorine to form the ionic compound magnesium fluoride (MgF</a:t>
            </a:r>
            <a:r>
              <a:rPr lang="en-GB" sz="1100" baseline="-25000" dirty="0">
                <a:solidFill>
                  <a:srgbClr val="000000"/>
                </a:solidFill>
                <a:ea typeface="Chalkduster"/>
                <a:cs typeface="Chalkduster"/>
              </a:rPr>
              <a:t>2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).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why sodium chloride is </a:t>
            </a:r>
            <a:r>
              <a:rPr lang="en-GB" sz="1100" kern="0" dirty="0" err="1">
                <a:solidFill>
                  <a:srgbClr val="000000"/>
                </a:solidFill>
                <a:ea typeface="Chalkduster"/>
                <a:cs typeface="Chalkduster"/>
              </a:rPr>
              <a:t>NaCl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, but sodium oxide is Na</a:t>
            </a:r>
            <a:r>
              <a:rPr lang="en-GB" sz="1100" kern="0" baseline="-25000" dirty="0">
                <a:solidFill>
                  <a:srgbClr val="000000"/>
                </a:solidFill>
                <a:ea typeface="Chalkduster"/>
                <a:cs typeface="Chalkduster"/>
              </a:rPr>
              <a:t>2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O.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why the ball and stick model is not a true representation of the structure of an ionic compound.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Covalent Bonding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  <a:endParaRPr lang="en-GB" sz="8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Nitrogen gas is a diatomic molecule. 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how the atoms are joined together.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why the melting point of hydrogen chloride is -115°C, whereas sodium chloride’s melting point is 801°C.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Sulphur hexafluoride SF</a:t>
            </a:r>
            <a:r>
              <a:rPr lang="en-GB" sz="1100" kern="0" baseline="-25000" dirty="0">
                <a:solidFill>
                  <a:srgbClr val="000000"/>
                </a:solidFill>
                <a:ea typeface="Chalkduster"/>
                <a:cs typeface="Chalkduster"/>
              </a:rPr>
              <a:t>6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 is an insulating gas. Suggest the type of bonding present and explain why it is gaseous at STP (Standard Temperature and Pressure)</a:t>
            </a: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  <a:endParaRPr lang="en-GB" sz="1200" dirty="0">
              <a:solidFill>
                <a:srgbClr val="000000"/>
              </a:solidFill>
              <a:ea typeface="Chalkduster"/>
              <a:cs typeface="Chalkduster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Atomic structure: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</a:rPr>
              <a:t>Compare the radius of the nucleus to the radius of the atom.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In terms of particles, explain the relationship between two isotopes of the same element and explain why these isotopes have identical chemical properties.</a:t>
            </a:r>
            <a:r>
              <a:rPr lang="en-GB" sz="1100" dirty="0">
                <a:solidFill>
                  <a:srgbClr val="000000"/>
                </a:solidFill>
              </a:rPr>
              <a:t> 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It is impossible for an atom to have a mass of 35.5. Explain why this is the quoted mass for Cl in the periodic table</a:t>
            </a: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  <a:endParaRPr lang="en-GB" sz="1400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17725" y="4351560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14</TotalTime>
  <Words>519</Words>
  <Application>Microsoft Office PowerPoint</Application>
  <PresentationFormat>On-screen Show (4:3)</PresentationFormat>
  <Paragraphs>42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Chalkduster</vt:lpstr>
      <vt:lpstr>Nanum Brush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Collins</dc:creator>
  <cp:lastModifiedBy>Karen Collins</cp:lastModifiedBy>
  <cp:revision>16</cp:revision>
  <cp:lastPrinted>2017-02-15T18:44:41Z</cp:lastPrinted>
  <dcterms:created xsi:type="dcterms:W3CDTF">2018-03-12T11:53:55Z</dcterms:created>
  <dcterms:modified xsi:type="dcterms:W3CDTF">2018-03-12T12:08:49Z</dcterms:modified>
</cp:coreProperties>
</file>