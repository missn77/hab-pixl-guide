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7"/>
    <p:restoredTop sz="95833"/>
  </p:normalViewPr>
  <p:slideViewPr>
    <p:cSldViewPr snapToGrid="0" snapToObjects="1">
      <p:cViewPr varScale="1">
        <p:scale>
          <a:sx n="86" d="100"/>
          <a:sy n="86" d="100"/>
        </p:scale>
        <p:origin x="9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84224" y="6480122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</a:t>
            </a:r>
            <a:r>
              <a:rPr lang="en-GB" sz="1000" dirty="0" smtClean="0"/>
              <a:t>2017</a:t>
            </a:r>
            <a:endParaRPr lang="en-US" sz="1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60" y="240515"/>
            <a:ext cx="8291279" cy="637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06623" y="2385831"/>
            <a:ext cx="269487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Edexcel GCSE</a:t>
            </a:r>
          </a:p>
          <a:p>
            <a:pPr algn="ctr"/>
            <a:r>
              <a:rPr lang="en-GB" sz="24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Extracting metals and equilibria</a:t>
            </a:r>
            <a:endParaRPr lang="en-GB" sz="2400" dirty="0" smtClean="0">
              <a:latin typeface="Nanum Brush Script" charset="-127"/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 smtClean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r>
              <a:rPr lang="en-GB" sz="40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T</a:t>
            </a:r>
            <a:r>
              <a:rPr lang="en-GB" sz="2000" b="1" dirty="0" err="1" smtClean="0">
                <a:latin typeface="Nanum Brush Script" charset="-127"/>
                <a:ea typeface="Nanum Brush Script" charset="-127"/>
                <a:cs typeface="Nanum Brush Script" charset="-127"/>
              </a:rPr>
              <a:t>hink</a:t>
            </a:r>
            <a:r>
              <a:rPr lang="en-GB" sz="24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IT</a:t>
            </a:r>
            <a:r>
              <a:rPr lang="en-GB" sz="20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! </a:t>
            </a:r>
            <a:endParaRPr lang="en-GB" sz="4400" b="1" dirty="0">
              <a:latin typeface="Nanum Brush Script" charset="-127"/>
              <a:ea typeface="Nanum Brush Script" charset="-127"/>
              <a:cs typeface="Nanum Brush Script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The effect of changing concentration on equilibrium (HT </a:t>
            </a:r>
            <a:r>
              <a:rPr lang="en-GB" sz="1100" b="1" dirty="0" smtClean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Only</a:t>
            </a:r>
            <a:r>
              <a:rPr lang="en-GB" sz="11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)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1" dirty="0">
              <a:solidFill>
                <a:srgbClr val="000000"/>
              </a:solidFill>
              <a:latin typeface="Chalkduster"/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Use Le </a:t>
            </a:r>
            <a:r>
              <a:rPr lang="en-GB" sz="1100" dirty="0" err="1">
                <a:solidFill>
                  <a:srgbClr val="000000"/>
                </a:solidFill>
                <a:ea typeface="Chalkduster"/>
                <a:cs typeface="Chalkduster"/>
              </a:rPr>
              <a:t>Chatelier’s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principle to explain what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affect increasing the concentration of a product will have on an equilibrium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What would happen to the concentration of the reactants if we halved the concentration of the products?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Metal Oxides and Extraction: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why gold is found as a metal element rather than combined with any other elements in a compound.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The reaction between aluminium powder and iron(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III) oxide is used in the rail industry.  Explain the reaction using a word and symbol equation.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why carbon can reduce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tin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oxide but not magnesium oxide.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2234553"/>
            <a:ext cx="2886402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b="1" kern="0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The effect of changing temperature on equilibrium (HT </a:t>
            </a:r>
            <a:r>
              <a:rPr lang="en-GB" sz="1100" b="1" kern="0" dirty="0" smtClean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Only</a:t>
            </a:r>
            <a:r>
              <a:rPr lang="en-GB" sz="1100" b="1" kern="0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)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100" b="1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lkduster"/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A system is in equilibrium giving the reaction </a:t>
            </a:r>
            <a:endParaRPr lang="en-GB" sz="1100" dirty="0" smtClean="0">
              <a:solidFill>
                <a:srgbClr val="000000"/>
              </a:solidFill>
              <a:ea typeface="Chalkduster"/>
              <a:cs typeface="Chalkduster"/>
            </a:endParaRPr>
          </a:p>
          <a:p>
            <a:pPr lvl="0"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lvl="0"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      If the forward reaction is endothermic,</a:t>
            </a:r>
          </a:p>
          <a:p>
            <a:pPr lvl="0"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      explain what will happen to the system</a:t>
            </a:r>
          </a:p>
          <a:p>
            <a:pPr lvl="0"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      if the temperature of the system is</a:t>
            </a:r>
          </a:p>
          <a:p>
            <a:pPr lvl="0"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      increased and why this happens.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The effect of changing pressure on equilibrium (HT </a:t>
            </a:r>
            <a:r>
              <a:rPr lang="en-GB" sz="1200" b="1" dirty="0" smtClean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Only</a:t>
            </a:r>
            <a:r>
              <a:rPr lang="en-GB" sz="12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)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lkduster"/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dirty="0">
                <a:solidFill>
                  <a:srgbClr val="000000"/>
                </a:solidFill>
                <a:ea typeface="Chalkduster"/>
                <a:cs typeface="Chalkduster"/>
              </a:rPr>
              <a:t>In the equilibrium below, what will happen to the position of equilibrium if the pressure in the system is halved?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endParaRPr lang="en-GB" sz="1200" dirty="0" smtClean="0">
              <a:latin typeface="Chalkduster" charset="0"/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kern="0" dirty="0">
                <a:solidFill>
                  <a:srgbClr val="000000"/>
                </a:solidFill>
                <a:ea typeface="Chalkduster"/>
                <a:cs typeface="Chalkduster"/>
              </a:rPr>
              <a:t>Life cycle assessment and ways of reducing the use of resources: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Explain differences in the stages of the life cycle assessment for plastic and paper shopping bags.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Explain differences and similarities of the recycling of aluminium and glass. 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In 2015 a 5p charge had to be charged for single use carrier bags. Discuss the implications of this. </a:t>
            </a:r>
          </a:p>
          <a:p>
            <a:pPr marL="171450" indent="-171450">
              <a:buFont typeface="Arial" charset="0"/>
              <a:buChar char="•"/>
            </a:pPr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84293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The Haber process:</a:t>
            </a: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Write a balanced symbol equation for the reversible reaction when nitrogen gas reacts with hydrogen gas to make ammonia gas.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What would you need to do to ensure that the above reaction could reach equilibrium</a:t>
            </a:r>
            <a:r>
              <a:rPr lang="en-GB" sz="1100" dirty="0" smtClean="0">
                <a:solidFill>
                  <a:srgbClr val="000000"/>
                </a:solidFill>
                <a:ea typeface="Chalkduster"/>
                <a:cs typeface="Chalkduster"/>
              </a:rPr>
              <a:t>?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why the Haber process uses 450</a:t>
            </a:r>
            <a:r>
              <a:rPr lang="en-GB" sz="1100" baseline="30000" dirty="0">
                <a:solidFill>
                  <a:srgbClr val="000000"/>
                </a:solidFill>
                <a:ea typeface="Chalkduster"/>
                <a:cs typeface="Chalkduster"/>
              </a:rPr>
              <a:t>0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C and 200 atmospheres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The Reactivity Series: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Li + H</a:t>
            </a:r>
            <a:r>
              <a:rPr lang="en-GB" sz="1100" kern="0" baseline="-25000" dirty="0">
                <a:solidFill>
                  <a:srgbClr val="000000"/>
                </a:solidFill>
                <a:ea typeface="Chalkduster"/>
                <a:cs typeface="Chalkduster"/>
              </a:rPr>
              <a:t>2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0 and Zn + </a:t>
            </a:r>
            <a:r>
              <a:rPr lang="en-GB" sz="1100" kern="0" dirty="0" err="1">
                <a:solidFill>
                  <a:srgbClr val="000000"/>
                </a:solidFill>
                <a:ea typeface="Chalkduster"/>
                <a:cs typeface="Chalkduster"/>
              </a:rPr>
              <a:t>HCl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 produce similar products. State what these are and explain why they are produced and what you would observe.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why gold and silver are used to make jewellery and why potassium is stored in jars of oil.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Describe a safe method that could be used to put metals in order of their reactivity according to their reactions with hydrochloric acid.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4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kern="0" dirty="0">
                <a:solidFill>
                  <a:srgbClr val="000000"/>
                </a:solidFill>
                <a:ea typeface="Chalkduster"/>
                <a:cs typeface="Chalkduster"/>
              </a:rPr>
              <a:t>Alternative methods of extracting metals (HT only):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Describe and explain the difference between </a:t>
            </a:r>
            <a:r>
              <a:rPr lang="en-GB" sz="1200" kern="0" dirty="0" err="1">
                <a:solidFill>
                  <a:srgbClr val="000000"/>
                </a:solidFill>
                <a:ea typeface="Chalkduster"/>
                <a:cs typeface="Chalkduster"/>
              </a:rPr>
              <a:t>phytomining</a:t>
            </a: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 and bioleaching.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dirty="0">
                <a:solidFill>
                  <a:srgbClr val="000000"/>
                </a:solidFill>
                <a:ea typeface="Chalkduster"/>
                <a:cs typeface="Chalkduster"/>
              </a:rPr>
              <a:t>Explain why </a:t>
            </a:r>
            <a:r>
              <a:rPr lang="en-GB" sz="1200" dirty="0" err="1">
                <a:solidFill>
                  <a:srgbClr val="000000"/>
                </a:solidFill>
                <a:ea typeface="Chalkduster"/>
                <a:cs typeface="Chalkduster"/>
              </a:rPr>
              <a:t>phytomining</a:t>
            </a:r>
            <a:r>
              <a:rPr lang="en-GB" sz="1200" dirty="0">
                <a:solidFill>
                  <a:srgbClr val="000000"/>
                </a:solidFill>
                <a:ea typeface="Chalkduster"/>
                <a:cs typeface="Chalkduster"/>
              </a:rPr>
              <a:t> and bioleaching need to be used.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Evaluate the use of </a:t>
            </a:r>
            <a:r>
              <a:rPr lang="en-GB" sz="1200" kern="0" dirty="0" err="1">
                <a:solidFill>
                  <a:srgbClr val="000000"/>
                </a:solidFill>
                <a:ea typeface="Chalkduster"/>
                <a:cs typeface="Chalkduster"/>
              </a:rPr>
              <a:t>phytomining</a:t>
            </a:r>
            <a:r>
              <a:rPr lang="en-GB" sz="1200" kern="0" dirty="0">
                <a:solidFill>
                  <a:srgbClr val="000000"/>
                </a:solidFill>
                <a:ea typeface="Chalkduster"/>
                <a:cs typeface="Chalkduster"/>
              </a:rPr>
              <a:t> and bioleaching over traditional extraction methods.</a:t>
            </a:r>
            <a:endParaRPr lang="en-GB" sz="12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r>
              <a:rPr lang="en-GB" sz="1200" dirty="0" smtClean="0">
                <a:latin typeface="Chalkduster" charset="0"/>
                <a:ea typeface="Chalkduster" charset="0"/>
                <a:cs typeface="Chalkduster" charset="0"/>
              </a:rPr>
              <a:t>: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463926" y="4263268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</a:t>
            </a:r>
            <a:r>
              <a:rPr lang="en-GB" sz="1000" dirty="0" smtClean="0"/>
              <a:t>2017</a:t>
            </a:r>
            <a:endParaRPr lang="en-US" sz="10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660" y="3228051"/>
            <a:ext cx="1073912" cy="18388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854" y="6210793"/>
            <a:ext cx="162877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24</TotalTime>
  <Words>452</Words>
  <Application>Microsoft Office PowerPoint</Application>
  <PresentationFormat>On-screen Show (4:3)</PresentationFormat>
  <Paragraphs>48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Chalkduster</vt:lpstr>
      <vt:lpstr>Nanum Brush Script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 Collins</dc:creator>
  <cp:lastModifiedBy>Karen Collins</cp:lastModifiedBy>
  <cp:revision>15</cp:revision>
  <cp:lastPrinted>2017-02-15T18:44:41Z</cp:lastPrinted>
  <dcterms:created xsi:type="dcterms:W3CDTF">2018-03-12T08:11:57Z</dcterms:created>
  <dcterms:modified xsi:type="dcterms:W3CDTF">2018-03-12T08:55:07Z</dcterms:modified>
</cp:coreProperties>
</file>