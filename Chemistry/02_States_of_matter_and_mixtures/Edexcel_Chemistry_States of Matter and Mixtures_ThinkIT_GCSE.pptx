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1" y="136874"/>
            <a:ext cx="8888738" cy="658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44380" y="2406082"/>
            <a:ext cx="269487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sz="24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States of matter and mixtures</a:t>
            </a:r>
            <a:endParaRPr lang="en-GB" sz="24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14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4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24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8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24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2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Changes in State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:</a:t>
            </a:r>
            <a:endParaRPr lang="en-GB" sz="8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Ammonia is a liquid between -77.7 °C 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and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-33.3°C. Use the kinetic theory to 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explain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the three states of matter in this case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  <a:endParaRPr lang="en-GB" sz="11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Using the particle theory, predict how temperature and pressure affect the density of a fixed mass of gas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i="1" dirty="0">
                <a:solidFill>
                  <a:srgbClr val="000000"/>
                </a:solidFill>
                <a:ea typeface="Chalkduster"/>
                <a:cs typeface="Chalkduster"/>
              </a:rPr>
              <a:t>HT only -  Explain the limitations of the particle theory.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4"/>
            <a:ext cx="2926990" cy="239565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States of matter:</a:t>
            </a:r>
            <a:endParaRPr lang="en-GB" sz="12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Describe the three states of matter using the particle model. In extreme environments plasma may be present, describe this state.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Sublimation is a change in state between solids and gases. Using the particle theory, explain the changes taking place during sublimation.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During changes in state the temperature of the substance does not change. Explain why; what is this energy being used for?</a:t>
            </a: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Chromatography: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Chromatography is carried out on three pure substances: A has an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Rf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value of 0.7, B has an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Rf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value of 0.4, C has an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Rf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value of 0. What can you conclude from this?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how paper chromatography separates mixtures.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 how you could use chromatography to separate a pure substance from a mixture of three pure substances.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Mixtures: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A mixture of salt water and sand needs to be separated into its three separate components. For each component describe the method used to separate it. Draw a diagram of the equipment.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 smtClean="0">
                <a:ea typeface="Chalkduster" charset="0"/>
                <a:cs typeface="Chalkduster" charset="0"/>
              </a:rPr>
              <a:t>Crude oil can be separated using fractional distillation. Describe how this process works.</a:t>
            </a: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932608"/>
            <a:ext cx="2934656" cy="176136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Predicting the state of matter: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200" dirty="0" smtClean="0">
                <a:ea typeface="Chalkduster" charset="0"/>
                <a:cs typeface="Chalkduster" charset="0"/>
              </a:rPr>
              <a:t>Hexane has a melting point of -95</a:t>
            </a:r>
            <a:r>
              <a:rPr lang="en-GB" sz="1200" baseline="30000" dirty="0" smtClean="0">
                <a:ea typeface="Chalkduster" charset="0"/>
                <a:cs typeface="Chalkduster" charset="0"/>
              </a:rPr>
              <a:t>o</a:t>
            </a:r>
            <a:r>
              <a:rPr lang="en-GB" sz="1200" dirty="0" smtClean="0">
                <a:ea typeface="Chalkduster" charset="0"/>
                <a:cs typeface="Chalkduster" charset="0"/>
              </a:rPr>
              <a:t>C and a boiling point of 69</a:t>
            </a:r>
            <a:r>
              <a:rPr lang="en-GB" sz="1200" baseline="30000" dirty="0" smtClean="0">
                <a:ea typeface="Chalkduster" charset="0"/>
                <a:cs typeface="Chalkduster" charset="0"/>
              </a:rPr>
              <a:t>o</a:t>
            </a:r>
            <a:r>
              <a:rPr lang="en-GB" sz="1200" dirty="0" smtClean="0">
                <a:ea typeface="Chalkduster" charset="0"/>
                <a:cs typeface="Chalkduster" charset="0"/>
              </a:rPr>
              <a:t>C. What state would this be at 20</a:t>
            </a:r>
            <a:r>
              <a:rPr lang="en-GB" sz="1200" baseline="30000" dirty="0" smtClean="0">
                <a:ea typeface="Chalkduster" charset="0"/>
                <a:cs typeface="Chalkduster" charset="0"/>
              </a:rPr>
              <a:t>o</a:t>
            </a:r>
            <a:r>
              <a:rPr lang="en-GB" sz="1200" dirty="0" smtClean="0">
                <a:ea typeface="Chalkduster" charset="0"/>
                <a:cs typeface="Chalkduster" charset="0"/>
              </a:rPr>
              <a:t>C.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200" dirty="0" smtClean="0">
                <a:ea typeface="Chalkduster" charset="0"/>
                <a:cs typeface="Chalkduster" charset="0"/>
              </a:rPr>
              <a:t>Hydrogen chloride has a melting point of -112</a:t>
            </a:r>
            <a:r>
              <a:rPr lang="en-GB" sz="1200" baseline="30000" dirty="0" smtClean="0">
                <a:ea typeface="Chalkduster" charset="0"/>
                <a:cs typeface="Chalkduster" charset="0"/>
              </a:rPr>
              <a:t>o</a:t>
            </a:r>
            <a:r>
              <a:rPr lang="en-GB" sz="1200" dirty="0" smtClean="0">
                <a:ea typeface="Chalkduster" charset="0"/>
                <a:cs typeface="Chalkduster" charset="0"/>
              </a:rPr>
              <a:t>C and a boiling point of -85</a:t>
            </a:r>
            <a:r>
              <a:rPr lang="en-GB" sz="1200" baseline="30000" dirty="0" smtClean="0">
                <a:ea typeface="Chalkduster" charset="0"/>
                <a:cs typeface="Chalkduster" charset="0"/>
              </a:rPr>
              <a:t>o</a:t>
            </a:r>
            <a:r>
              <a:rPr lang="en-GB" sz="1200" dirty="0" smtClean="0">
                <a:ea typeface="Chalkduster" charset="0"/>
                <a:cs typeface="Chalkduster" charset="0"/>
              </a:rPr>
              <a:t>C. What state would this be at 25</a:t>
            </a:r>
            <a:r>
              <a:rPr lang="en-GB" sz="1200" baseline="30000" dirty="0" smtClean="0">
                <a:ea typeface="Chalkduster" charset="0"/>
                <a:cs typeface="Chalkduster" charset="0"/>
              </a:rPr>
              <a:t>o</a:t>
            </a:r>
            <a:r>
              <a:rPr lang="en-GB" sz="1200" dirty="0" smtClean="0">
                <a:ea typeface="Chalkduster" charset="0"/>
                <a:cs typeface="Chalkduster" charset="0"/>
              </a:rPr>
              <a:t>C?</a:t>
            </a: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578158"/>
            <a:ext cx="2861220" cy="21091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Mixtures: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prstClr val="black"/>
                </a:solidFill>
              </a:rPr>
              <a:t>Fizzy drinks are a mixture of several compounds including water, sugar, carbon dioxide.  Describe the methods used to separate these compounds from the mixture.</a:t>
            </a:r>
            <a:endParaRPr lang="en-GB" sz="1050" kern="0" dirty="0">
              <a:solidFill>
                <a:prstClr val="black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  <a:ea typeface="Chalkduster"/>
                <a:cs typeface="Chalkduster"/>
              </a:rPr>
              <a:t>Air is a mixture of gases. Suggest how these gases could be separated using your knowledge of kinetic theory.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50" kern="0" dirty="0">
                <a:solidFill>
                  <a:srgbClr val="000000"/>
                </a:solidFill>
                <a:ea typeface="Chalkduster"/>
                <a:cs typeface="Chalkduster"/>
              </a:rPr>
              <a:t>Food scientists can identify </a:t>
            </a:r>
            <a:r>
              <a:rPr lang="en-GB" sz="1050" dirty="0">
                <a:solidFill>
                  <a:srgbClr val="000000"/>
                </a:solidFill>
                <a:ea typeface="Chalkduster"/>
                <a:cs typeface="Chalkduster"/>
              </a:rPr>
              <a:t>the different colours in food colouring.  Describe and explain how.  You can use a diagram.</a:t>
            </a:r>
          </a:p>
          <a:p>
            <a:r>
              <a:rPr lang="en-GB" sz="1200" dirty="0" smtClean="0">
                <a:latin typeface="Chalkduster" charset="0"/>
                <a:ea typeface="Chalkduster" charset="0"/>
                <a:cs typeface="Chalkduster" charset="0"/>
              </a:rPr>
              <a:t>:</a:t>
            </a:r>
            <a:endParaRPr lang="en-GB" sz="12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9010" y="2640794"/>
            <a:ext cx="2921202" cy="21993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Potable water and waste water treatment: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alibri" pitchFamily="34"/>
              </a:rPr>
              <a:t>Explain why potable water is not described as pure water.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Describe the two different processes that can be used to produce potable water form salty water.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Waste water is treated in sewage works. What are the implications for humans and the environment if all the sewage work stopped working?</a:t>
            </a:r>
            <a:endParaRPr lang="en-GB" sz="1200" kern="0" dirty="0">
              <a:solidFill>
                <a:srgbClr val="000000"/>
              </a:solidFill>
              <a:ea typeface="Chalkduster"/>
              <a:cs typeface="Chalkduster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Pure substances: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Sea water is not a pure substance. Explain why sea water cannot be described as pure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Draw graphs to compare the boiling points of pure water and sea water and explain what these graphs show.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Soap is often described as pure, would you agree with this statement? Explain your answer.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33767" y="4334251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54</TotalTime>
  <Words>524</Words>
  <Application>Microsoft Office PowerPoint</Application>
  <PresentationFormat>On-screen Show (4:3)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20</cp:revision>
  <cp:lastPrinted>2017-02-15T18:44:41Z</cp:lastPrinted>
  <dcterms:created xsi:type="dcterms:W3CDTF">2018-03-12T10:10:44Z</dcterms:created>
  <dcterms:modified xsi:type="dcterms:W3CDTF">2018-03-12T11:05:17Z</dcterms:modified>
</cp:coreProperties>
</file>