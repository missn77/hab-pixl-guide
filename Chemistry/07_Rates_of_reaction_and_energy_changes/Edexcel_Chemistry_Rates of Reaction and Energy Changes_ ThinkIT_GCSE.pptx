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406008" y="3681412"/>
            <a:ext cx="548089" cy="401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92" y="97247"/>
            <a:ext cx="8754615" cy="666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06623" y="2475553"/>
            <a:ext cx="269487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Rates of Reaction and Energy Changes</a:t>
            </a:r>
            <a:endParaRPr lang="en-GB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40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20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2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32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Reaction Profiles: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400" dirty="0">
              <a:solidFill>
                <a:srgbClr val="000000"/>
              </a:solidFill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what activation energy is.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Describe, using a reaction profile to help, the bonds being broken and the new bonds being made in the reaction between methane and oxygen which burns to produce carbon dioxide and water.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Energy Change (HT):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8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what bond energy is.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Ethylene and bromine react together to produce ethylene bromide, C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H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4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Br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. Use your knowledge of bond energy to suggest why this is an exothermic reaction.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how much energy is needed to break all the bonds in 0.960g of oxygen gas.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Calculating rates of reaction: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 student carried out an experiment to measure the mass of gas lost by a reaction in a certain length of time. The rate of reaction was 1.5 g/sec and the length of time she did the reaction for was 30 seconds. How much gas was lost and what was the unit?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dirty="0">
                <a:solidFill>
                  <a:srgbClr val="000000"/>
                </a:solidFill>
                <a:ea typeface="Chalkduster"/>
                <a:cs typeface="Chalkduster"/>
              </a:rPr>
              <a:t>(HT only) 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11g of carbon dioxide was released by a reaction in 40 seconds, Calculate the rate of reaction in moles per second.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Endothermic Reactions: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dirty="0">
              <a:solidFill>
                <a:srgbClr val="000000"/>
              </a:solidFill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why a temperature decrease in surroundings is an endothermic reaction.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Explain how the reaction between ammonium nitrate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and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water is an endothermic reaction.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Collision theory and activation energy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Explain, using the collision theory, how increasing concentration and decreasing the size of solid reacting particles can increase the rate of reaction.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Describe what activation energy is and explain why reactions with high activation energies are difficult to start.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422240"/>
            <a:ext cx="2861220" cy="2265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Exothermic Reactions: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"Energy cannot be created or destroyed“.  Explain how chemical reactions obey this law.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why it is difficult to measure the energy released from an exothermic reaction in the classroom. Suggest control measures you could use to do this as accurately as possible.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how the reaction between nitric acid and sodium hydroxide is exothermic.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Factors which affect the rates of reaction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</a:rPr>
              <a:t>What are the five factors that affect the rate of a reaction and explain how the rate changes when the factor is changed.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Draw a graph to show the change in reaction rate when any one factor is altered.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</a:rPr>
              <a:t>Explain how you would use a tangent on the graph to calculate the rate of reaction.</a:t>
            </a:r>
            <a:endParaRPr lang="en-GB" sz="1100" kern="0" dirty="0">
              <a:solidFill>
                <a:srgbClr val="00000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2090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latin typeface="Chalkduster"/>
                <a:ea typeface="Chalkduster"/>
                <a:cs typeface="Chalkduster"/>
              </a:rPr>
              <a:t>Catalysts:</a:t>
            </a:r>
          </a:p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lkduster"/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Use the lock and key mechanism, with diagrams, to explain why catalysts are reaction specific.</a:t>
            </a:r>
            <a:endParaRPr lang="en-GB" sz="1100" b="1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Draw a reaction profile to explain how using a catalyst can increase the rate of reaction</a:t>
            </a:r>
            <a:r>
              <a:rPr lang="en-GB" sz="1100" kern="0" dirty="0">
                <a:solidFill>
                  <a:srgbClr val="000000"/>
                </a:solidFill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kern="0" dirty="0">
                <a:solidFill>
                  <a:srgbClr val="000000"/>
                </a:solidFill>
                <a:ea typeface="Chalkduster"/>
                <a:cs typeface="Chalkduster"/>
              </a:rPr>
              <a:t>(HT only)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draw a reaction profile to explain why a catalyst would increase the rate of reaction for an endothermic reaction.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168324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13</TotalTime>
  <Words>474</Words>
  <Application>Microsoft Office PowerPoint</Application>
  <PresentationFormat>On-screen Show (4:3)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4</cp:revision>
  <cp:lastPrinted>2017-02-15T18:44:41Z</cp:lastPrinted>
  <dcterms:created xsi:type="dcterms:W3CDTF">2018-03-12T09:56:47Z</dcterms:created>
  <dcterms:modified xsi:type="dcterms:W3CDTF">2018-03-12T10:10:19Z</dcterms:modified>
</cp:coreProperties>
</file>