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ki Pugh" initials="VP" lastIdx="1" clrIdx="0">
    <p:extLst>
      <p:ext uri="{19B8F6BF-5375-455C-9EA6-DF929625EA0E}">
        <p15:presenceInfo xmlns:p15="http://schemas.microsoft.com/office/powerpoint/2012/main" userId="fb86ba5f6b8255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6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8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EEB49F-B05E-5043-91AC-B6C99CA15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" y="152400"/>
            <a:ext cx="90043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8589" y="2343486"/>
            <a:ext cx="269487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Edexcel</a:t>
            </a:r>
          </a:p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GCSE Ecosystems and material cycles</a:t>
            </a:r>
            <a:endParaRPr lang="en-GB" sz="20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dirty="0">
                <a:ea typeface="Nanum Brush Script" charset="-127"/>
                <a:cs typeface="Nanum Brush Script" charset="-127"/>
              </a:rPr>
              <a:t> </a:t>
            </a:r>
            <a:r>
              <a:rPr lang="en-GB" sz="5400" b="1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T</a:t>
            </a:r>
            <a:r>
              <a:rPr lang="en-GB" sz="3200" dirty="0">
                <a:ea typeface="Nanum Brush Script" charset="-127"/>
                <a:cs typeface="Nanum Brush Script" charset="-127"/>
              </a:rPr>
              <a:t>hink</a:t>
            </a:r>
            <a:r>
              <a:rPr lang="en-GB" sz="3600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IT</a:t>
            </a:r>
            <a:r>
              <a:rPr lang="en-GB" sz="3200" dirty="0">
                <a:ea typeface="Nanum Brush Script" charset="-127"/>
                <a:cs typeface="Nanum Brush Script" charset="-127"/>
              </a:rPr>
              <a:t>!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7725" y="4039403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6113996" y="159275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How materials are cycled: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Are plants actually primary consumers of carbon dioxide?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does the ocean carbon cycle compare to the carbon cycle on land?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Explain how carbon is recycled into new growth in a plant when the leaves fall to the ground.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Plants take in mineral ions through their roots by active uptake. Are there less minerals in a woodland compared to a patio covered garden? 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68968" y="4447656"/>
            <a:ext cx="2869508" cy="22463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Food security (biology):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The increase in demand for palm oil has driven up global food prices. Explain why this has occurred.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‘Food security is really only an issue for developing countries.’ Evaluate this statement.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Compare how humans and fungi digest food.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can tractors threaten food security?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Does water that comes from reverse osmosis taste the same as tap water? 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b="1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3324" y="4680188"/>
            <a:ext cx="292120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Trophic levels in an ecosystem (biology):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is the biomass of a secondary consumer population less than the primary consumer population?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many apex predators can you name?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Evaluate the benefits of a vegetarian diet compared to a carnivorous diet in relation to transfer of biomass.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would a vegan diet compare to a vegetarian diet in relation to transfer of biomass?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84504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Farming and fishing: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Research Blue Tongue Virus. Why does this threaten food security?  Explain why BTV was not a concern in the UK until recently.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Evaluate the advantages and disadvantages of intensive modern farming methods.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Describe two fishing techniques which may promote the recovery of fish stocks.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do you feel about antibiotics being used in large amounts in fisheries and farming? Explain your reasoning.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198" y="2214875"/>
            <a:ext cx="2971454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Interdependence:</a:t>
            </a:r>
          </a:p>
          <a:p>
            <a:pPr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“Denitrifying bacteria are useless”. Do you agree with this statement? Explain.</a:t>
            </a:r>
          </a:p>
          <a:p>
            <a:pPr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 “In the natural world, no organism is cut off from its surroundings”. Choose an  ecosystem and explain this statement.</a:t>
            </a:r>
          </a:p>
          <a:p>
            <a:pPr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The Global Seed vault is an expensive way of storing seeds. Why is it globally important and why was the Arctic chosen as the main repository?</a:t>
            </a:r>
          </a:p>
          <a:p>
            <a:pPr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 If a gardener buys ladybirds as a method of biological control, does this destabilise the ecosystem?</a:t>
            </a:r>
          </a:p>
          <a:p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45172" y="127848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Field work</a:t>
            </a:r>
            <a:r>
              <a:rPr lang="en-GB" sz="1050" dirty="0"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Is random sampling really random when sampling an area with a quadrat to find the abundance of daisies in a field?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Lichens are an indicator species. What environmental change do they indicate?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accurate would a conclusion about the level of pollution in an environment be if the presence or absence of blackspot fungus on roses was used as an indicator?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Research the holly leaf miner. Construct a food chain starting with the holly leaf.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97127" y="2248690"/>
            <a:ext cx="3008579" cy="23651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0" rIns="36000"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Ecosystems: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Describe the importance of interdependence and competition in a named ecosystem.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Bladder wrack seaweed has air bladders. Why?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Grey squirrels have driven out native red squirrels from most areas in England. Does it matter? Explain your answer.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Psychrophiles are examples of extremophiles. Where do they live and what are the challenges?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Explain why a stable community undergoes cycles of rising and falling in number of predators and prey.</a:t>
            </a:r>
          </a:p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42662" y="101511"/>
            <a:ext cx="2926990" cy="201897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Biodiversity: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A large sum of money is spent annually on maintaining local and global biodiversity. Is this a good use of money? Explain.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is a high biodiversity important in ensuring the stability of ecosystems?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Explain the conflict which exists between the need for cheap compost, food security and the destruction of peat bogs.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are compost bins not air tight?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Does garden waste decay in the winter?</a:t>
            </a: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THINK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516</TotalTime>
  <Words>632</Words>
  <Application>Microsoft Macintosh PowerPoint</Application>
  <PresentationFormat>On-screen Show (4:3)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TEMPLATE THINKIT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Clegg</dc:creator>
  <cp:lastModifiedBy>Amanda Fleck</cp:lastModifiedBy>
  <cp:revision>78</cp:revision>
  <cp:lastPrinted>2017-02-15T18:44:41Z</cp:lastPrinted>
  <dcterms:created xsi:type="dcterms:W3CDTF">2018-04-18T12:49:43Z</dcterms:created>
  <dcterms:modified xsi:type="dcterms:W3CDTF">2018-05-10T18:25:52Z</dcterms:modified>
</cp:coreProperties>
</file>